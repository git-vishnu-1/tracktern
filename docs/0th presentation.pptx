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114A95-83FE-4485-9237-D011FA5D6246}">
  <a:tblStyle styleId="{1C114A95-83FE-4485-9237-D011FA5D624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645A08AA-DBAB-401A-A4F6-8B594E4E52A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b0f203d31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3ab0f203d31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b0f203d3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ab0f203d3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b0f203d31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ab0f203d31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b222add11_6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ab222add11_6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b222add11_6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b222add11_6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b222add11_6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b222add11_6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ab0f203d31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ab0f203d31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b0f203d31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ab0f203d31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b0f203d31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3ab0f203d31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b0f203d31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g3ab0f203d31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b0f203d31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g3ab0f203d31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b0f203d31_0_3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ab0f203d31_0_3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b222add11_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b222add11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ab222add11_9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ab222add11_9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ab222add11_9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ab222add11_9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b222add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b222add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b222add11_6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ab222add11_6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b222add11_6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b222add11_6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b222add11_6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b222add11_6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b222add11_6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b222add11_6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b222add11_6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ab222add11_6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b222add11_6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b222add11_6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ab222add11_9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ab222add11_9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b222add11_6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ab222add11_6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ab222add11_6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ab222add11_6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ab222add11_6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ab222add11_6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7" name="Google Shape;77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1" name="Google Shape;8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" name="Google Shape;85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6" name="Google Shape;86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0" name="Google Shape;9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3" name="Google Shape;93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1027050" y="1879600"/>
            <a:ext cx="7089900" cy="19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ON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Times New Roman"/>
                <a:ea typeface="Times New Roman"/>
                <a:cs typeface="Times New Roman"/>
                <a:sym typeface="Times New Roman"/>
              </a:rPr>
              <a:t>INTERNSHIP APPLICATION MANAGEMENT SYSTEM</a:t>
            </a:r>
            <a:endParaRPr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	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endParaRPr sz="1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1027050" y="171500"/>
            <a:ext cx="7089900" cy="5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OF ENGINEERING ADOOR</a:t>
            </a:r>
            <a:endParaRPr b="1" sz="22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5"/>
          <p:cNvSpPr txBox="1"/>
          <p:nvPr/>
        </p:nvSpPr>
        <p:spPr>
          <a:xfrm>
            <a:off x="4572000" y="3672350"/>
            <a:ext cx="4019100" cy="11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SRUTHY K S			(ADR23CS108)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VARADA REMESH		(ADR23CS109)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VISHNU MANOJ		(ADR23CS110)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VARUN KRISHNAN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(ADR2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</a:t>
            </a:r>
            <a:r>
              <a:rPr lang="en" sz="1600">
                <a:latin typeface="Times New Roman"/>
                <a:ea typeface="Times New Roman"/>
                <a:cs typeface="Times New Roman"/>
                <a:sym typeface="Times New Roman"/>
              </a:rPr>
              <a:t>111)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2" name="Google Shape;1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311200"/>
            <a:ext cx="1480625" cy="129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5"/>
          <p:cNvSpPr txBox="1"/>
          <p:nvPr/>
        </p:nvSpPr>
        <p:spPr>
          <a:xfrm>
            <a:off x="1027050" y="609600"/>
            <a:ext cx="708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MANAKALA, ADOOR</a:t>
            </a:r>
            <a:endParaRPr b="1" sz="22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1027050" y="1007000"/>
            <a:ext cx="70899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&amp; ENGINEERING</a:t>
            </a:r>
            <a:endParaRPr b="1" sz="21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5"/>
          <p:cNvSpPr txBox="1"/>
          <p:nvPr/>
        </p:nvSpPr>
        <p:spPr>
          <a:xfrm>
            <a:off x="489500" y="3568700"/>
            <a:ext cx="4019100" cy="12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GUIDED BY</a:t>
            </a:r>
            <a:endParaRPr sz="1700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 u="sng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latin typeface="Times New Roman"/>
                <a:ea typeface="Times New Roman"/>
                <a:cs typeface="Times New Roman"/>
                <a:sym typeface="Times New Roman"/>
              </a:rPr>
              <a:t>HONEY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SCIENCE DEPARTMENT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OF ENGINEERING ADOOR</a:t>
            </a:r>
            <a:endParaRPr sz="1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25"/>
          <p:cNvSpPr txBox="1"/>
          <p:nvPr/>
        </p:nvSpPr>
        <p:spPr>
          <a:xfrm>
            <a:off x="1027050" y="2993600"/>
            <a:ext cx="70899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GROUP </a:t>
            </a:r>
            <a:r>
              <a:rPr b="1" lang="en" sz="213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b="1" sz="21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>
            <p:ph type="title"/>
          </p:nvPr>
        </p:nvSpPr>
        <p:spPr>
          <a:xfrm>
            <a:off x="311700" y="108150"/>
            <a:ext cx="8520600" cy="6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26"/>
          <p:cNvSpPr txBox="1"/>
          <p:nvPr>
            <p:ph idx="1" type="body"/>
          </p:nvPr>
        </p:nvSpPr>
        <p:spPr>
          <a:xfrm>
            <a:off x="473025" y="806125"/>
            <a:ext cx="5007000" cy="35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INTRODUCTION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MOTIVATION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LITERATURE SURVEY OVERVIEW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EXISTING SYSTEM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PROBLEMS IDENTIFIED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OBJECTIVES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7. REQUIREMENT ANALYSIS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8. MODULAR SPECIFICATION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9. FLOW CHART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10. FURTHER ENHANCEMENT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6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11. SCOPE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/>
          <p:nvPr>
            <p:ph type="title"/>
          </p:nvPr>
        </p:nvSpPr>
        <p:spPr>
          <a:xfrm>
            <a:off x="265150" y="253625"/>
            <a:ext cx="8520600" cy="5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7"/>
          <p:cNvSpPr txBox="1"/>
          <p:nvPr>
            <p:ph idx="1" type="body"/>
          </p:nvPr>
        </p:nvSpPr>
        <p:spPr>
          <a:xfrm>
            <a:off x="311400" y="755825"/>
            <a:ext cx="8521200" cy="37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000" lIns="126000" spcFirstLastPara="1" rIns="91425" wrap="square" tIns="1980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Internship Application Management System is a web-based application designed to simplify and automate internship applications and management. Currently, many institutions handle this manually with paper or email, leading to errors and wasted time. This system provides a centralized platform for students to apply, organizations to review, and administrators to track the process efficiently. By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digitizing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management, it improves accuracy, transparency, and communication, aiming to reduce paperwork, save time, and offer an organized, secure method for handling applications.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8"/>
          <p:cNvSpPr txBox="1"/>
          <p:nvPr>
            <p:ph type="title"/>
          </p:nvPr>
        </p:nvSpPr>
        <p:spPr>
          <a:xfrm>
            <a:off x="311700" y="445025"/>
            <a:ext cx="8520600" cy="3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MOTIVATION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28"/>
          <p:cNvSpPr txBox="1"/>
          <p:nvPr>
            <p:ph idx="1" type="body"/>
          </p:nvPr>
        </p:nvSpPr>
        <p:spPr>
          <a:xfrm>
            <a:off x="311700" y="1204650"/>
            <a:ext cx="8521200" cy="34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000" lIns="126000" spcFirstLastPara="1" rIns="91425" wrap="square" tIns="198000">
            <a:noAutofit/>
          </a:bodyPr>
          <a:lstStyle/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Transition from manual to digital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Enhancing candidate experience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Efficiency and Time-to-Hire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Skill development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Bridging academia and industry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Improved communication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"/>
          <p:cNvSpPr txBox="1"/>
          <p:nvPr/>
        </p:nvSpPr>
        <p:spPr>
          <a:xfrm>
            <a:off x="1914450" y="2325450"/>
            <a:ext cx="531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 OVERVIEW</a:t>
            </a:r>
            <a:endParaRPr b="1"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4" name="Google Shape;134;p30"/>
          <p:cNvGraphicFramePr/>
          <p:nvPr/>
        </p:nvGraphicFramePr>
        <p:xfrm>
          <a:off x="598163" y="266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{1C114A95-83FE-4485-9237-D011FA5D6246}</a:tableStyleId>
              </a:tblPr>
              <a:tblGrid>
                <a:gridCol w="623725"/>
                <a:gridCol w="2280950"/>
                <a:gridCol w="1584600"/>
                <a:gridCol w="1729200"/>
                <a:gridCol w="1729200"/>
              </a:tblGrid>
              <a:tr h="35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SLNo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Technologies Used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Observations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1105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Abdullah et al. (2017), “Web-Based Application of the Internship Management System”, Journal of Computing Research and Innovation (UiTM Malaysia)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Web-based system (exact stack not emphasized in abstract)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Replaces manual internship process; matches industry requirements with student qualifications; evaluated via heuristic + user acceptance testing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Technology stack and deployment aspects are not clearly detailed; paper focuses more on usability/testing than advanced features like analytics/notifications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784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Mydyti &amp; Ware (2020), “Using Internship Management System to Improve the Relationship between Internship Seekers, Employers and Educational Institutions” 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Discusses web technologies/framework trends (conceptual focus)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Highlights need for a centralized IMS to connect students–business–academia (“S-B-A” linkage) and reduce time/effort 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More conceptual/research-oriented; not a full implementation blueprint with modules/screens/DB schema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8793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Kapoh et al. (2024), “Digitalization of the Internship Management System…” International Journal of Computer Applications 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Internship system digitalization (paper-level implementation details)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Focuses on digitizing internship workflows to improve administrative efficiency and tracking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Limited emphasis on modern product needs (integrations, dashboards, automation) in the surfaced sections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878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4.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Chaurasia et al. (2023), “Student Internship Placement Management System (SIPMS)”, IJRISE 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Python, Django, MySQL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One-time registration; automates data insertion; eligibility checks; supports placement department workflow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Notes challenges around security and user-friendliness; scope is mostly placement-department oriented rather than personal application tracking for each student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9" name="Google Shape;139;p31"/>
          <p:cNvGraphicFramePr/>
          <p:nvPr/>
        </p:nvGraphicFramePr>
        <p:xfrm>
          <a:off x="598150" y="13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{1C114A95-83FE-4485-9237-D011FA5D6246}</a:tableStyleId>
              </a:tblPr>
              <a:tblGrid>
                <a:gridCol w="623725"/>
                <a:gridCol w="2280950"/>
                <a:gridCol w="1584600"/>
                <a:gridCol w="1729200"/>
                <a:gridCol w="1729200"/>
              </a:tblGrid>
              <a:tr h="311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SLNo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of the paper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Technologies Used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Observations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b="1"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1086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5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“Internship Management System Using MERN-Stack”, STM Journals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MERN (MongoDB, Express, React, Node.js) 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Centralized internship platform; student/admin login; resume builder; location-based filtering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Article-style overview; limited technical depth on security model, evaluation, and deployment constraints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97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6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“Placement Web based Application”, JETIR (2019)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Web portal approach (paper-level)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Includes notifications for recruitment rounds and matching companies with candidates (useful feature direction)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Paper scope is recruitment/placement; does not cover a complete internship application lifecycle (notes, reminders, multi-platform aggregation)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11868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7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“Web Based Placement Management System”, IJARSCT (example: Dhanalakshmi College of Engineering)</a:t>
                      </a:r>
                      <a:endParaRPr sz="900" u="none" cap="none" strike="noStrik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Web portal approach (stack not the main focus in abstract)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Shows how a centralized portal reduces manual work, improves retrieval of student placement data, and supports authenticated access 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Primarily placement-centric (college office workflow); not tailored to a student’s personal multi-company internship application tracking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109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 u="none" cap="none" strike="noStrike">
                          <a:solidFill>
                            <a:srgbClr val="000000"/>
                          </a:solidFill>
                        </a:rPr>
                        <a:t>8</a:t>
                      </a:r>
                      <a:endParaRPr sz="9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GitHub (Open-source): “Internship Tracker” repository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n" sz="900"/>
                        <a:t>Java + JavaScript (repo states “full-stack”)</a:t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Directly matches your project concept: track applications, statuses, notes, workflow management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/>
                        <a:t>As a public repo, documentation/testing depth varies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Google Shape;140;p31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{645A08AA-DBAB-401A-A4F6-8B594E4E52A3}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EXISTING SYSTEM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  <p:sp>
        <p:nvSpPr>
          <p:cNvPr id="146" name="Google Shape;146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existing system for internship application usually includes: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applying through emails,college placement cells,websites,or job portals.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Tracking applications using notes,spreadsheets,or memory.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centralized platform to view all applications.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communication between students and coordinators.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2118"/>
              <a:buNone/>
            </a:pPr>
            <a:r>
              <a:t/>
            </a:r>
            <a:endParaRPr b="1" sz="2700"/>
          </a:p>
        </p:txBody>
      </p:sp>
      <p:sp>
        <p:nvSpPr>
          <p:cNvPr id="147" name="Google Shape;147;p32"/>
          <p:cNvSpPr txBox="1"/>
          <p:nvPr/>
        </p:nvSpPr>
        <p:spPr>
          <a:xfrm flipH="1" rot="10800000">
            <a:off x="516200" y="3594600"/>
            <a:ext cx="8259000" cy="8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1" i="0" sz="27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PROBLEMS IDENTIFIED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centralized platform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Poor Application Tracking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Missed Deadlines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and Time-Consuming process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inconsistency and loss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communication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Limited accessibility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4"/>
          <p:cNvSpPr txBox="1"/>
          <p:nvPr>
            <p:ph type="title"/>
          </p:nvPr>
        </p:nvSpPr>
        <p:spPr>
          <a:xfrm>
            <a:off x="311700" y="26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34"/>
          <p:cNvSpPr txBox="1"/>
          <p:nvPr>
            <p:ph idx="1" type="body"/>
          </p:nvPr>
        </p:nvSpPr>
        <p:spPr>
          <a:xfrm>
            <a:off x="447650" y="890375"/>
            <a:ext cx="85902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Centralized Application Management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unified platform where students can apply for and track multiple internship opportunities in one place.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status tracking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Enable users to monitor application progress such as pending,applied,interviewing,accepted,and rejected.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User-Friendly Interface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esign an intuitive and responsive interface accessible on mobile,tablet,and desktop devices.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Efficient Data Organization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structured records of students,internship,and application history of easy access and analysis.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Data handling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 secure storage of user data,application details,and documents.</a:t>
            </a:r>
            <a:endParaRPr b="1" sz="42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5"/>
          <p:cNvSpPr txBox="1"/>
          <p:nvPr>
            <p:ph type="title"/>
          </p:nvPr>
        </p:nvSpPr>
        <p:spPr>
          <a:xfrm>
            <a:off x="311700" y="26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REQUIREMENT ANALYSIS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5"/>
          <p:cNvSpPr txBox="1"/>
          <p:nvPr>
            <p:ph idx="1" type="body"/>
          </p:nvPr>
        </p:nvSpPr>
        <p:spPr>
          <a:xfrm>
            <a:off x="461800" y="1017725"/>
            <a:ext cx="85902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Functional Requirements: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Management: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Registration and login for students and recruiters.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Management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Viewing editing and deleting internship details.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Management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 can apply for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internships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track application status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Management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users ,monitor system activities and generate reports.</a:t>
            </a:r>
            <a:endParaRPr>
              <a:solidFill>
                <a:schemeClr val="dk1"/>
              </a:solidFill>
              <a:highlight>
                <a:srgbClr val="F7F7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42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6"/>
          <p:cNvSpPr txBox="1"/>
          <p:nvPr>
            <p:ph type="title"/>
          </p:nvPr>
        </p:nvSpPr>
        <p:spPr>
          <a:xfrm>
            <a:off x="311700" y="2610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REQUIREMENT ANALYSIS(cntd..)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36"/>
          <p:cNvSpPr txBox="1"/>
          <p:nvPr>
            <p:ph idx="1" type="body"/>
          </p:nvPr>
        </p:nvSpPr>
        <p:spPr>
          <a:xfrm>
            <a:off x="461800" y="1017725"/>
            <a:ext cx="8590200" cy="40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Non-Functional Requirements: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Fast loading pages and efficient handling of multiple users simultaneously.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Security: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login and protection of user data.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Usability: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Simple and easy navigation for students.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Maintainability: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Easy to update,modify and extend system features.</a:t>
            </a:r>
            <a:endParaRPr>
              <a:solidFill>
                <a:schemeClr val="dk1"/>
              </a:solidFill>
              <a:highlight>
                <a:srgbClr val="F7F7F8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t/>
            </a:r>
            <a:endParaRPr b="1" sz="42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7"/>
          <p:cNvSpPr txBox="1"/>
          <p:nvPr>
            <p:ph idx="1" type="body"/>
          </p:nvPr>
        </p:nvSpPr>
        <p:spPr>
          <a:xfrm>
            <a:off x="350275" y="973400"/>
            <a:ext cx="8520600" cy="40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	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admin module is designed to allow administrators to manage the overall functioning of the internship application management system.The admin is responsible for verifying internships,managing users,and monitoring system activities. 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student module is designed to facilitate interaction between students and the internship platform.it enable students to explore opportunities,view verified internships,add external internship links,and update application statuses.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Internship: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The Internship module manages the storage and organization of all data about internship. It maintains structured records of internship details.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37"/>
          <p:cNvSpPr txBox="1"/>
          <p:nvPr>
            <p:ph type="title"/>
          </p:nvPr>
        </p:nvSpPr>
        <p:spPr>
          <a:xfrm>
            <a:off x="311700" y="265425"/>
            <a:ext cx="8520600" cy="8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MODULE SPECIFICATION</a:t>
            </a:r>
            <a:endParaRPr b="1"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8"/>
          <p:cNvSpPr txBox="1"/>
          <p:nvPr/>
        </p:nvSpPr>
        <p:spPr>
          <a:xfrm>
            <a:off x="475575" y="799125"/>
            <a:ext cx="7747200" cy="16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417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20"/>
              <a:buFont typeface="Times New Roman"/>
              <a:buAutoNum type="arabicPeriod"/>
            </a:pPr>
            <a:r>
              <a:rPr lang="en" sz="182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Management:</a:t>
            </a:r>
            <a:endParaRPr sz="182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manage all applications submitted in the system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the admin to view application details clearly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 can be approved or rejected after verification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 status can be updated (Pending / Approved / Rejected)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38"/>
          <p:cNvSpPr txBox="1"/>
          <p:nvPr/>
        </p:nvSpPr>
        <p:spPr>
          <a:xfrm>
            <a:off x="3012000" y="275925"/>
            <a:ext cx="312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MODULE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38"/>
          <p:cNvSpPr txBox="1"/>
          <p:nvPr>
            <p:ph idx="1" type="body"/>
          </p:nvPr>
        </p:nvSpPr>
        <p:spPr>
          <a:xfrm>
            <a:off x="475575" y="2806675"/>
            <a:ext cx="8520600" cy="223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Management: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manage users who access the system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the list of all registered users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New users can be added to the system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users can be deleted if not required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details can be modified when needed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9"/>
          <p:cNvSpPr txBox="1"/>
          <p:nvPr>
            <p:ph idx="1" type="body"/>
          </p:nvPr>
        </p:nvSpPr>
        <p:spPr>
          <a:xfrm>
            <a:off x="311700" y="827025"/>
            <a:ext cx="8520600" cy="21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Management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Manages all internship-related activities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 internship details such as role and duration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students applying for internships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in monitoring internship progress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0" name="Google Shape;190;p39"/>
          <p:cNvSpPr txBox="1"/>
          <p:nvPr>
            <p:ph idx="1" type="body"/>
          </p:nvPr>
        </p:nvSpPr>
        <p:spPr>
          <a:xfrm>
            <a:off x="311700" y="2929125"/>
            <a:ext cx="8520600" cy="18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Report &amp; Monitoring: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to track overall system activities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viewing detailed reports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Monitors application status in real time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Generates summary reports for analysis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39"/>
          <p:cNvSpPr txBox="1"/>
          <p:nvPr/>
        </p:nvSpPr>
        <p:spPr>
          <a:xfrm>
            <a:off x="2483850" y="268850"/>
            <a:ext cx="417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MODULE (contd.)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0"/>
          <p:cNvSpPr txBox="1"/>
          <p:nvPr/>
        </p:nvSpPr>
        <p:spPr>
          <a:xfrm>
            <a:off x="622625" y="792050"/>
            <a:ext cx="62895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Login:</a:t>
            </a:r>
            <a:endParaRPr sz="1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Prompt the admin to enter their username and password.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Verify the entered credentials against the system database.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credentials are valid, grant access to the admin and allow them to use the system functionalities.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40"/>
          <p:cNvSpPr txBox="1"/>
          <p:nvPr/>
        </p:nvSpPr>
        <p:spPr>
          <a:xfrm>
            <a:off x="2483850" y="268850"/>
            <a:ext cx="417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MODULE (contd.)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38" y="537700"/>
            <a:ext cx="8641777" cy="494540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1"/>
          <p:cNvSpPr txBox="1"/>
          <p:nvPr/>
        </p:nvSpPr>
        <p:spPr>
          <a:xfrm>
            <a:off x="3168600" y="127350"/>
            <a:ext cx="2806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MODULE</a:t>
            </a:r>
            <a:endParaRPr b="1"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2"/>
          <p:cNvSpPr txBox="1"/>
          <p:nvPr>
            <p:ph idx="1" type="body"/>
          </p:nvPr>
        </p:nvSpPr>
        <p:spPr>
          <a:xfrm>
            <a:off x="417325" y="1025125"/>
            <a:ext cx="8520600" cy="11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Sign up:</a:t>
            </a:r>
            <a:endParaRPr sz="1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user should sign up with their Full Name, Email id and Password.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42"/>
          <p:cNvSpPr txBox="1"/>
          <p:nvPr/>
        </p:nvSpPr>
        <p:spPr>
          <a:xfrm>
            <a:off x="417325" y="2179225"/>
            <a:ext cx="7983900" cy="191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 </a:t>
            </a:r>
            <a:r>
              <a:rPr lang="en" sz="18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Login:</a:t>
            </a:r>
            <a:endParaRPr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user has already signed in,then user need to login with their respective Email id and password.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the credentials are valid, grant access to the user and allow them to use the system functionalities.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just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 the appropriate vehicle that match the user's requirements. 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42"/>
          <p:cNvSpPr txBox="1"/>
          <p:nvPr/>
        </p:nvSpPr>
        <p:spPr>
          <a:xfrm>
            <a:off x="3012000" y="275925"/>
            <a:ext cx="312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MODULE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3"/>
          <p:cNvSpPr txBox="1"/>
          <p:nvPr>
            <p:ph idx="1" type="body"/>
          </p:nvPr>
        </p:nvSpPr>
        <p:spPr>
          <a:xfrm>
            <a:off x="198500" y="876550"/>
            <a:ext cx="8520600" cy="228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Browse Internship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explore available internship opportunities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Users can search internships based on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keywords, company name, domain, or location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Displays internship details such as role, duration, and requirements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it simple to find internships that match user interests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43"/>
          <p:cNvSpPr txBox="1"/>
          <p:nvPr/>
        </p:nvSpPr>
        <p:spPr>
          <a:xfrm>
            <a:off x="2483850" y="268850"/>
            <a:ext cx="417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MODULE (contd.)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43"/>
          <p:cNvSpPr txBox="1"/>
          <p:nvPr>
            <p:ph idx="1" type="body"/>
          </p:nvPr>
        </p:nvSpPr>
        <p:spPr>
          <a:xfrm>
            <a:off x="283400" y="2726450"/>
            <a:ext cx="8520600" cy="233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Manage Internship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users to manage their internship-related activities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apply for internships</a:t>
            </a: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through the system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all application details are submitted correctly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Makes the internship application process smooth and organized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4"/>
          <p:cNvSpPr txBox="1"/>
          <p:nvPr/>
        </p:nvSpPr>
        <p:spPr>
          <a:xfrm>
            <a:off x="2436000" y="244925"/>
            <a:ext cx="417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(contd.)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563025" y="957575"/>
            <a:ext cx="8520600" cy="2296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 Internship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monitor the status of their internship applications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Shows current status such as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Applied, Under Review, Approved, or Rejected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Keeps users updated about application progress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the need for manual follow-ups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transparency in the internship selection process</a:t>
            </a:r>
            <a:endParaRPr sz="15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75" y="339600"/>
            <a:ext cx="8705449" cy="51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45"/>
          <p:cNvSpPr txBox="1"/>
          <p:nvPr/>
        </p:nvSpPr>
        <p:spPr>
          <a:xfrm>
            <a:off x="3429650" y="91975"/>
            <a:ext cx="2165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MODULE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990775"/>
            <a:ext cx="8520600" cy="18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Creation and Management: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Times New Roman"/>
              <a:buChar char="●"/>
            </a:pPr>
            <a:r>
              <a:rPr lang="en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process starts with adding new internship details into the system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Char char="●"/>
            </a:pPr>
            <a:r>
              <a:rPr lang="en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information such as </a:t>
            </a:r>
            <a:r>
              <a:rPr b="1" lang="en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title, company name, domain, duration, location, and eligibility</a:t>
            </a:r>
            <a:r>
              <a:rPr lang="en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entered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Times New Roman"/>
              <a:buChar char="●"/>
            </a:pPr>
            <a:r>
              <a:rPr lang="en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allows administrators to manage multiple internships efficiently</a:t>
            </a:r>
            <a:endParaRPr sz="13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496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0"/>
              <a:buFont typeface="Times New Roman"/>
              <a:buChar char="●"/>
            </a:pPr>
            <a:r>
              <a:rPr lang="en" sz="136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ensure internships are properly listed and maintained</a:t>
            </a:r>
            <a:endParaRPr sz="800"/>
          </a:p>
        </p:txBody>
      </p:sp>
      <p:sp>
        <p:nvSpPr>
          <p:cNvPr id="235" name="Google Shape;235;p46"/>
          <p:cNvSpPr txBox="1"/>
          <p:nvPr/>
        </p:nvSpPr>
        <p:spPr>
          <a:xfrm>
            <a:off x="2667900" y="275925"/>
            <a:ext cx="38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</a:t>
            </a: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46"/>
          <p:cNvSpPr txBox="1"/>
          <p:nvPr>
            <p:ph idx="1" type="body"/>
          </p:nvPr>
        </p:nvSpPr>
        <p:spPr>
          <a:xfrm>
            <a:off x="311700" y="2830075"/>
            <a:ext cx="8520600" cy="208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lang="en" sz="1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Validation and Verification:</a:t>
            </a:r>
            <a:endParaRPr sz="17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checks whether all internship details are correctly entered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Verifies required fields like company name, internship duration, and eligibility criteria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incorrect or missing information is found, an error message is displayed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valid and complete internship data is allowed to proceed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7"/>
          <p:cNvSpPr txBox="1"/>
          <p:nvPr/>
        </p:nvSpPr>
        <p:spPr>
          <a:xfrm>
            <a:off x="2340150" y="254700"/>
            <a:ext cx="446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MODULE (contd.)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47"/>
          <p:cNvSpPr txBox="1"/>
          <p:nvPr>
            <p:ph idx="1" type="body"/>
          </p:nvPr>
        </p:nvSpPr>
        <p:spPr>
          <a:xfrm>
            <a:off x="311700" y="819950"/>
            <a:ext cx="8520600" cy="208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Data Storage: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includes internship information, availability status, and application details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Stored data can be accessed by both admin and user modules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Ensures data safety and easy retrieval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long-term record keeping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47"/>
          <p:cNvSpPr txBox="1"/>
          <p:nvPr>
            <p:ph idx="1" type="body"/>
          </p:nvPr>
        </p:nvSpPr>
        <p:spPr>
          <a:xfrm>
            <a:off x="403675" y="2716025"/>
            <a:ext cx="8520600" cy="23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lang="en" sz="23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Availability:</a:t>
            </a:r>
            <a:endParaRPr sz="23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103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Determines whether an internship is currently open or closed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Available internships are marked as </a:t>
            </a: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Active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Unavailable or expired internships are marked as </a:t>
            </a:r>
            <a:r>
              <a:rPr b="1"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Inactive</a:t>
            </a:r>
            <a:endParaRPr b="1"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10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active internships are visible to users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1946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0526"/>
              <a:buFont typeface="Times New Roman"/>
              <a:buChar char="●"/>
            </a:pPr>
            <a:r>
              <a:rPr lang="en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apply only for valid and open internships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8"/>
          <p:cNvSpPr txBox="1"/>
          <p:nvPr/>
        </p:nvSpPr>
        <p:spPr>
          <a:xfrm>
            <a:off x="2340150" y="254700"/>
            <a:ext cx="4463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MODULE (contd.)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" name="Google Shape;249;p48"/>
          <p:cNvSpPr txBox="1"/>
          <p:nvPr>
            <p:ph idx="1" type="body"/>
          </p:nvPr>
        </p:nvSpPr>
        <p:spPr>
          <a:xfrm>
            <a:off x="431975" y="919000"/>
            <a:ext cx="8520600" cy="224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5. </a:t>
            </a:r>
            <a:r>
              <a:rPr lang="en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Update and Synchronization:</a:t>
            </a:r>
            <a:endParaRPr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Tracks the status of internship applications in real time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Status updates include </a:t>
            </a:r>
            <a:r>
              <a:rPr b="1"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Applied, Under Review, Approved, or Rejected</a:t>
            </a:r>
            <a:endParaRPr b="1"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are synchronized between admin and user modules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Keeps users informed about application progress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8"/>
          <p:cNvSpPr txBox="1"/>
          <p:nvPr>
            <p:ph idx="1" type="body"/>
          </p:nvPr>
        </p:nvSpPr>
        <p:spPr>
          <a:xfrm>
            <a:off x="403675" y="2708950"/>
            <a:ext cx="8520600" cy="25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lang="en" sz="17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Modification and Removal:</a:t>
            </a:r>
            <a:endParaRPr sz="17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Allows administrators to modify internship details when needed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information such as duration, eligibility, or availability can be updated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Outdated or invalid internships can be removed from the system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●"/>
            </a:pPr>
            <a:r>
              <a:rPr lang="en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Changes are updated instantly in the database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32550"/>
            <a:ext cx="8839199" cy="4502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49"/>
          <p:cNvSpPr txBox="1"/>
          <p:nvPr/>
        </p:nvSpPr>
        <p:spPr>
          <a:xfrm>
            <a:off x="2667900" y="275925"/>
            <a:ext cx="380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MODULE </a:t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0"/>
          <p:cNvSpPr txBox="1"/>
          <p:nvPr/>
        </p:nvSpPr>
        <p:spPr>
          <a:xfrm>
            <a:off x="311700" y="445025"/>
            <a:ext cx="8520600" cy="6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FURTHER ENHANCEMENT </a:t>
            </a:r>
            <a:endParaRPr b="1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50"/>
          <p:cNvSpPr txBox="1"/>
          <p:nvPr/>
        </p:nvSpPr>
        <p:spPr>
          <a:xfrm>
            <a:off x="311700" y="1182900"/>
            <a:ext cx="8520600" cy="3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ongoing project includes: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Mobile Application Support: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Development of Android and iOS applications to allow users to manage internship applications on the go.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Automated Notifications:</a:t>
            </a:r>
            <a:b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Email and SMS alerts for application status updates, deadlines, interview schedules, and new internship postings.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Advanced Search and Filtering: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Filtering internships based on domain, location, duration, stipend, work mode, and required skills.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Analytics and Dashboard: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Visual dashboards showing application trends, success rates, and popular internship domains.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External Platform Integration:</a:t>
            </a:r>
            <a:b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Integration with internship and job portals such as LinkedIn and Internshala for importing internship listings.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Times New Roman"/>
              <a:buChar char="●"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Enhanced Security Features:</a:t>
            </a:r>
            <a:br>
              <a:rPr lang="en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Role-based access control, multi-factor authentication, and encrypted data storage.</a:t>
            </a:r>
            <a:endParaRPr sz="27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1"/>
          <p:cNvSpPr txBox="1"/>
          <p:nvPr/>
        </p:nvSpPr>
        <p:spPr>
          <a:xfrm>
            <a:off x="311700" y="512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</a:t>
            </a:r>
            <a:endParaRPr b="1"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8" name="Google Shape;268;p51"/>
          <p:cNvSpPr txBox="1"/>
          <p:nvPr/>
        </p:nvSpPr>
        <p:spPr>
          <a:xfrm>
            <a:off x="311700" y="1152475"/>
            <a:ext cx="8520600" cy="38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Target Users: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Students, faculty coordinators, administrators, and recruiting organizations.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browsing, online application submission, application status tracking, and document management.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Features: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uploads, external internship link tracking, automated notifications, and analytics dashboards.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Administrative Features: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management, internship verification, application monitoring, and report generation.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Accessibility: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Web-based platform accessible on desktop, tablet, and mobile browsers.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Security and Data Protection: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Secure login, data encryption, and controlled access to sensitive information.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Expansion: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extended to include placement management, training programs, and alumni tracking.</a:t>
            </a:r>
            <a:endParaRPr b="1" sz="1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2C6A8A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